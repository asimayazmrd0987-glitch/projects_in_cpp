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8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Shell Built with C++ &amp; OOP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OOP Concepts  ·  15 Commands  ·  Cross-Platform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Programming Project  |  C++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Shell?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73152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is a program that acts as a bridge between the user and the operating system.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commands you type, sends them to the OS kernel, and shows you the results.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command interpreter — the middleman between you and your computer.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command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reads and parses the input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matching program or built-in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 and shows the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next command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the Shell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Shell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2057400"/>
            <a:ext cx="1417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Thompson at Bell Labs wrote the first Unix shell — a simple command interpreter, no scripting.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1005840"/>
            <a:ext cx="1554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554480" cy="5029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39112" y="10241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9112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Bourne Shell (sh)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66544" y="2057400"/>
            <a:ext cx="1417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Bourne created sh — introduced scripting, variables, and control flow. The blueprint for all modern shells.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12464" y="1005840"/>
            <a:ext cx="1554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12464" y="1005840"/>
            <a:ext cx="155448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58184" y="10241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8184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Shell (csh)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2057400"/>
            <a:ext cx="1417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Joy added C-like syntax, history, and aliases. Loved by programmers.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31536" y="1005840"/>
            <a:ext cx="1554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31536" y="1005840"/>
            <a:ext cx="15544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77256" y="10241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77256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2057400"/>
            <a:ext cx="1417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Fox built Bash (Bourne Again SHell) for GNU. Still the default on most Linux systems today.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50608" y="1005840"/>
            <a:ext cx="1554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50608" y="1005840"/>
            <a:ext cx="155448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96328" y="10241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96328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Shells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057400"/>
            <a:ext cx="1417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Zsh, Fish, PowerShell and our very own MyShell — the tradition continues!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a Shell?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" cy="1737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one command instead of clicking through 5 menus. Experts work dramatically faster.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64008" cy="1737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scripts to repeat tasks — batch rename files, deploy code, run backups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64008" cy="1737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system features the GUI doesn't expose — process management, permissions, networking.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64008" cy="1737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any server in the world with just a shell. No GUI needed.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64008" cy="1737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37560" y="3474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commands together — the output of one becomes the input of the next.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64008" cy="1737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3474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Unix/Linux/Mac machine has a shell. One skill works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There Was No Shell?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94360" cy="45720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43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through a GUI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operations possible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594360" cy="45720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endless folders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manage thousands of files efficiently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14800" cy="160020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594360" cy="45720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1143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control remote servers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1508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cloud computing would not exist as we know 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114800" cy="160020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594360" cy="45720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3212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or scripting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CI/CD pipelines would not be possible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without the shell, modern computing, cloud infrastructure, and software development as we know it would be impossible.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Shell?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11887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builds, manage Git, deploy apps, SSH into servers daily.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033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servers, users, processes, logs — all via the shell.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64008" cy="11887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359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datasets, automate pipelines, run Python/R scripts.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64008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359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CI/CD scripts, automate cloud infrastructure deployment.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64008" cy="11887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685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&amp; Security Researchers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testing, exploit development, forensic analysis.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64008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685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Academics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OS concepts, programming, and system design through shells.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 — Project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73152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shell program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works on Linux &amp; Windows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C++ using OOP principles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built-in commands (ls, cd, mkdir...)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loop: Read → Eval → Print → Loop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 &amp; session logging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13 OOP concepts in C++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0624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OOP Concepts Used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Abstract Base Class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Inheritance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Polymorphism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Encapsulation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Constructor &amp; Destructor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Exception Handling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Static Members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Operator Overloading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Friend Function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Template Function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Deleted Copy Constructor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namespace std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Init List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[1][2][3] Abstract Class · Inheritance · Polymorphism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class cannot be instantiated — it is a pure interface. Forces all subclasses to implement execute().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LsCommand, CdCommand, etc. all inherit from Command. Each IS-A Command.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 stores Command* pointers. At runtime, the correct execute() is called automatically via the vtable.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822960"/>
            <a:ext cx="4754880" cy="40233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60520" y="914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[1] Abstract Base Class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0" y="123444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~Command() {}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void </a:t>
            </a:r>
            <a:r>
              <a:rPr lang="en-US" sz="11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(args) = 0;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string </a:t>
            </a:r>
            <a:r>
              <a:rPr lang="en-US" sz="11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 0;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[2] Inheritance — IS-A Command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LsCommand</a:t>
            </a: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public Command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r>
              <a:rPr lang="en-US" sz="11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(args) override {...}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[3] Polymorphism — runtime dispatch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Command* cmd = commands[name];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cmd-&gt;execute(args);  // vtable picks right fn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[4][5][13] Encapsulation · Constructor · Init 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Encapsulation [4]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All data in MyShell is private. Outside code cannot touch commands, history, or logger directly.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Constructor &amp; Destructor [5]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Constructor registers all 15 commands on startup. Destructor frees all memory — no leaks.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Init List [13]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badi" panose="020F0502020204030204" pitchFamily="34" charset="0"/>
                <a:ea typeface="Calibri" pitchFamily="34" charset="-122"/>
                <a:cs typeface="Times New Roman" panose="02020603050405020304" pitchFamily="18" charset="0"/>
              </a:rPr>
              <a:t>running(true), logger(nullptr) are set before the body runs. Cleaner and more efficient than assignment inside the body.</a:t>
            </a:r>
            <a:endParaRPr lang="en-US" sz="1200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822960"/>
            <a:ext cx="4754880" cy="40233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60520" y="914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MyShell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[4] All state is private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map&lt;string,Command*&gt; commands;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vector&lt;string&gt; history;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running;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CommandLogger* logger;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[5][13] Constructor with init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MyShell()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running(true), logger(nullptr)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commands["ls"] = new LsCommand();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registers all 15 commands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[5] Destructor — free all 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~MyShell()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(auto it : commands) delete it.second;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[7][8][9] Static Members · Operator Overloading · Friend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Members [7]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totalExecuted/totalFailed belong to the class, not any object. One counter shared across the whole program.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[8]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operator+= lets us merge two CommandStats objects with natural syntax: sessionA += sessionB;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Function [9]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printStats() is not a member but is granted access to CommandStats private data via the friend keyword.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822960"/>
            <a:ext cx="4754880" cy="40233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60520" y="914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CommandStats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[7] static — ONE copy for whole program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int totalExecuted;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int totalFailed;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[8] operator+= to merge stats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CommandStats&amp; operator+=(const CommandStats&amp; o)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totalExecuted += o.totalExecuted;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*this;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[9] friend function — can see private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friend void printStats(const CommandStats&amp; cs);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printStats(const CommandStats&amp; cs)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totalExecuted &lt;&lt; " / " &lt;&lt; totalFailed;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[6][10] Exception Handling · Template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Function [10]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safeGet&lt;T&gt; works for any type — string, int, double. Write once, use for all argument types.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[6]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is wrapped in SAFE_EXECUTE macros. Any error is caught, printed, and the shell keeps running — it never crashes.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macros: SAFE_EXECUTE_BEGIN opens a try block, SAFE_EXECUTE_END closes it with catch handlers.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822960"/>
            <a:ext cx="4754880" cy="40233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60520" y="914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[10] Template — works for any type 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safeGet(vector&lt;string&gt;&amp; args, size_t idx)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(idx &gt;= args.size())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out_of_range("Missing arg");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convert and return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[6] Exception Handling macros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SAFE_EXECUTE_BEGIN  try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SAFE_EXECUTE_END               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(const out_of_range&amp; e) {   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cerr &lt;&lt; "[Missing arg]" &lt;&lt; e.what();\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CommandStats::recordFailure();     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(const exception&amp; e) {      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cerr &lt;&lt; "[Error]" &lt;&lt; e.what();    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CommandStats::recordSuccess();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Deleted Copy Constructor  ·  RAII Logger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Copy Constructor [11]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CommandLogger owns an open file. If we allowed copying, two objects would share the same stream → double-close bug.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copy constructor prevents this entirely — it's called the Rule of Three.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 Pattern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Acquisition Is Initialization — the file opens in the constructor and closes automatically in the destructor. No manual cleanup needed.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822960"/>
            <a:ext cx="4754880" cy="40233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60520" y="914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CommandLogger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ofstream logFile;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entryCount;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Constructor opens file (RAII)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explicit CommandLogger(string&amp; f) : entryCount(0)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logFile.open(f, ios::app);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[11] Deleted — prevents unsafe copy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CommandLogger(const CommandLogger&amp;) = delete;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CommandLogger&amp; operator=(const CommandLogger&amp;)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delete;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Destructor closes file automatically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~CommandLogger() { logFile.close(); 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 — 15 Built-in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[path]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directory contents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&lt;dir&gt;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3167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9144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72200" y="9144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&lt;dir&gt;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3167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directory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2311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18288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18288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&lt;file&gt;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2311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file contents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72200" y="18288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&lt;file&gt;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2311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empty file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27432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&lt;file&gt;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145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file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27432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46120" y="27432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&lt;dir&gt;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3145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empty directory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27432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72200" y="27432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 &lt;old&gt; &lt;new&gt;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3145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file or folder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" y="36576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" y="36576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&lt;src&gt; &lt;dst&gt;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4059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46120" y="36576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6120" y="36576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8328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&lt;text&gt;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383280" y="4059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append text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72200" y="36576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72200" y="36576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0936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09360" y="4059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screen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20040" y="45720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20040" y="45720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7200" y="4617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49743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command history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246120" y="45720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246120" y="45720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83280" y="4617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383280" y="49743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commands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172200" y="457200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172200" y="4572000"/>
            <a:ext cx="64008" cy="77724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09360" y="4617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309360" y="49743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session statistics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MyShell Works — The REPL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72768" cy="59436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41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417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displays prompt.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command.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getline() reads the input.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2194560"/>
            <a:ext cx="91440" cy="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91440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914400"/>
            <a:ext cx="1572768" cy="594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39112" y="941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84832" y="1600200"/>
            <a:ext cx="1417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word = command name.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= arguments.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istringstream splits tokens.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93592" y="2194560"/>
            <a:ext cx="91440" cy="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12464" y="91440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12464" y="914400"/>
            <a:ext cx="1572768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58184" y="941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9664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03904" y="1600200"/>
            <a:ext cx="1417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commands.count(cmd)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map registry.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Command* object.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12664" y="2194560"/>
            <a:ext cx="91440" cy="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31536" y="91440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31536" y="914400"/>
            <a:ext cx="1572768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7256" y="941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888736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22976" y="1600200"/>
            <a:ext cx="1417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cmd-&gt;execute(args) called.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Polymorphism routes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right subclass.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31736" y="2194560"/>
            <a:ext cx="91440" cy="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50608" y="91440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50608" y="914400"/>
            <a:ext cx="1572768" cy="5943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96328" y="941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07808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42048" y="1600200"/>
            <a:ext cx="1417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shown.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updated.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from step 1.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749040" cy="228600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&lt;unistd.h&gt;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&lt;sys/stat.h&gt;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getcwd(buf, sz)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chdir(path)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mkdir(path, 0755)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rmdir(path)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CLEAR_CMD = "clear"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(MinGW)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92040" y="1508760"/>
            <a:ext cx="3749040" cy="228600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&lt;direct.h&gt;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&lt;windows.h&gt;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_getcwd(buf, sz)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_chdir(path)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_mkdir(path)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_rmdir(path)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CLEAR_CMD = "cls"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macros (GET_CWD, CHANGE_DIR, etc.) let the rest of the code stay identical on both platforms — the #ifdef block handles all differences at the top of the file.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822960"/>
            <a:ext cx="27432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822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(Abstract)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00" cy="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LsCommand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10512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53312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53312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CdCommand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9504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32304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32304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MkdirCommand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68496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11296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11296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PwdCommand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47488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0288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0288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CatCommand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69280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EchoCommand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05472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48272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HistoryCommand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84464" y="1920240"/>
            <a:ext cx="0" cy="274320"/>
          </a:xfrm>
          <a:prstGeom prst="line">
            <a:avLst/>
          </a:prstGeom>
          <a:noFill/>
          <a:ln w="254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27264" y="2194560"/>
            <a:ext cx="987552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27264" y="219456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HelpCommand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3017520"/>
            <a:ext cx="3108960" cy="68580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0" y="3017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3017520"/>
            <a:ext cx="210312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017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CommandStats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[7][8][9]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017520"/>
            <a:ext cx="210312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3017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CommandLogger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[5][11]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17520" y="3931920"/>
            <a:ext cx="310896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017520" y="3931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safeGet&lt;T&gt;()  [10] Template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Abstract Base  ■ Subclasses  ■ Shell Engine  ■ Helpers  ■ Template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9436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33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OOP concepts are demonstrated in a real working program — not just in isolated examples.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59436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033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417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Pattern (abstract base + subclasses) makes adding new commands trivial — just add a class.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94360" cy="1188720"/>
          </a:xfrm>
          <a:prstGeom prst="rect">
            <a:avLst/>
          </a:prstGeom>
          <a:solidFill>
            <a:srgbClr val="2D5FA0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359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Safety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743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RAII, deleted copy constructors, and proper destructors ensure no memory leaks, even on errors.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594360" cy="1188720"/>
          </a:xfrm>
          <a:prstGeom prst="rect">
            <a:avLst/>
          </a:prstGeom>
          <a:solidFill>
            <a:srgbClr val="2D5FA0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2359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743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compiles and runs on both Linux and Windows using conditional macros.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594360" cy="1188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36850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0690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+ template safety means the shell never crashes on bad user input.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594360" cy="1188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36850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40690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command is just inheriting from Command and registering it in the constructor.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645920" cy="128016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3200400"/>
            <a:ext cx="1645920" cy="128016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83464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1645920" cy="128016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200400"/>
            <a:ext cx="1645920" cy="1280160"/>
          </a:xfrm>
          <a:prstGeom prst="rect">
            <a:avLst/>
          </a:prstGeom>
          <a:solidFill>
            <a:srgbClr val="243B5A"/>
          </a:solidFill>
          <a:ln w="12700">
            <a:solidFill>
              <a:srgbClr val="3A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7512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D5FA0"/>
          </a:solidFill>
          <a:ln w="12700">
            <a:solidFill>
              <a:srgbClr val="2D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 — C++ OOP Shell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2177</Words>
  <Application>Microsoft Office PowerPoint</Application>
  <PresentationFormat>On-screen Show (16:9)</PresentationFormat>
  <Paragraphs>371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Abadi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MyShell — C++ OOP Shell Project</dc:title>
  <dc:subject>PptxGenJS Presentation</dc:subject>
  <dc:creator>PptxGenJS</dc:creator>
  <cp:lastModifiedBy>(FA22-PMI-008) NADEEM ULLAH</cp:lastModifiedBy>
  <cp:revision>2</cp:revision>
  <dcterms:created xsi:type="dcterms:W3CDTF">2026-05-21T05:02:01Z</dcterms:created>
  <dcterms:modified xsi:type="dcterms:W3CDTF">2026-05-21T05:08:00Z</dcterms:modified>
</cp:coreProperties>
</file>